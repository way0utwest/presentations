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1" r:id="rId3"/>
    <p:sldId id="262" r:id="rId4"/>
    <p:sldId id="257" r:id="rId5"/>
    <p:sldId id="260" r:id="rId6"/>
    <p:sldId id="259" r:id="rId7"/>
    <p:sldId id="258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52" d="100"/>
          <a:sy n="152" d="100"/>
        </p:scale>
        <p:origin x="-179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-4704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FB039-A863-1948-B2EE-9026332A9C0B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17D4C-358E-6A40-ABD0-78E9598A4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9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A451F-26B7-424C-9998-253AE7240709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E0556-36F6-B243-8FCD-1683CAD58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5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1864"/>
            <a:ext cx="7772400" cy="93858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23132"/>
            <a:ext cx="6400800" cy="125264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CBC2-EFEA-824D-9B02-0FE8BCB5A938}" type="datetimeFigureOut">
              <a:rPr lang="en-US" smtClean="0"/>
              <a:t>23/04/2013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800" b="1" i="0" kern="1200">
          <a:solidFill>
            <a:schemeClr val="bg1">
              <a:lumMod val="50000"/>
            </a:schemeClr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759432"/>
            <a:ext cx="7772400" cy="669568"/>
          </a:xfrm>
        </p:spPr>
        <p:txBody>
          <a:bodyPr>
            <a:normAutofit fontScale="90000"/>
          </a:bodyPr>
          <a:lstStyle/>
          <a:p>
            <a:r>
              <a:rPr lang="en-US" sz="4000" b="0" dirty="0" smtClean="0">
                <a:latin typeface="Cachet Pro Bold"/>
                <a:cs typeface="Cachet Pro Bold"/>
              </a:rPr>
              <a:t>Session Title</a:t>
            </a:r>
            <a:endParaRPr lang="en-US" sz="4000" b="0" dirty="0">
              <a:latin typeface="Cachet Pro Bold"/>
              <a:cs typeface="Cachet Pro Bold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599674"/>
            <a:ext cx="6400800" cy="1173236"/>
          </a:xfrm>
        </p:spPr>
        <p:txBody>
          <a:bodyPr/>
          <a:lstStyle/>
          <a:p>
            <a:r>
              <a:rPr lang="en-US" dirty="0" smtClean="0">
                <a:latin typeface="Cachet Pro Book"/>
                <a:cs typeface="Cachet Pro Book"/>
              </a:rPr>
              <a:t>Speaker Name</a:t>
            </a:r>
          </a:p>
          <a:p>
            <a:r>
              <a:rPr lang="en-US" sz="2400" dirty="0" smtClean="0">
                <a:latin typeface="Cachet Pro Book"/>
                <a:cs typeface="Cachet Pro Book"/>
              </a:rPr>
              <a:t>Speaker’s Role/Profession</a:t>
            </a:r>
            <a:endParaRPr lang="en-US" sz="2400" dirty="0">
              <a:latin typeface="Cachet Pro Book"/>
              <a:cs typeface="Cachet Pro Book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538" y="448630"/>
            <a:ext cx="1519255" cy="121540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538" y="1868845"/>
            <a:ext cx="1519255" cy="433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383535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1525515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18703"/>
          </a:xfrm>
        </p:spPr>
        <p:txBody>
          <a:bodyPr/>
          <a:lstStyle/>
          <a:p>
            <a:endParaRPr lang="en-US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71" y="5135088"/>
            <a:ext cx="1260430" cy="10083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13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50802"/>
          </a:xfrm>
        </p:spPr>
        <p:txBody>
          <a:bodyPr>
            <a:normAutofit/>
          </a:bodyPr>
          <a:lstStyle/>
          <a:p>
            <a:endParaRPr lang="en-US" sz="2400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71" y="5135088"/>
            <a:ext cx="1260430" cy="1008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9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3612069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3350998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50802"/>
          </a:xfrm>
        </p:spPr>
        <p:txBody>
          <a:bodyPr>
            <a:normAutofit/>
          </a:bodyPr>
          <a:lstStyle/>
          <a:p>
            <a:endParaRPr lang="en-US" sz="2400" dirty="0">
              <a:latin typeface="Cachet Pro Book"/>
              <a:cs typeface="Cachet Pro Book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71" y="5135088"/>
            <a:ext cx="1260430" cy="1008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9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31387270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1027257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0" dirty="0">
              <a:latin typeface="Cachet Pro Bold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Cachet Pro Book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2163176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</TotalTime>
  <Words>27</Words>
  <Application>Microsoft Macintosh PowerPoint</Application>
  <PresentationFormat>On-screen Show (4:3)</PresentationFormat>
  <Paragraphs>13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Default Theme</vt:lpstr>
      <vt:lpstr>Session Title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Red Gate Software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Matthew Tye</dc:creator>
  <cp:lastModifiedBy>Rain Cao</cp:lastModifiedBy>
  <cp:revision>41</cp:revision>
  <dcterms:created xsi:type="dcterms:W3CDTF">2011-06-22T09:06:31Z</dcterms:created>
  <dcterms:modified xsi:type="dcterms:W3CDTF">2013-04-23T14:13:20Z</dcterms:modified>
</cp:coreProperties>
</file>